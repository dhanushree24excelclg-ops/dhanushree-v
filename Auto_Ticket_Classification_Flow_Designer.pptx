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 TICKET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200" b="1">
                <a:solidFill>
                  <a:srgbClr val="2D2D2D"/>
                </a:solidFill>
              </a:defRPr>
            </a:pPr>
            <a:r>
              <a:t>Using ServiceNow Flow Designer</a:t>
            </a:r>
          </a:p>
          <a:p>
            <a:pPr algn="ctr"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Automating ticket categorization, assignment and routing</a:t>
            </a:r>
          </a:p>
          <a:p>
            <a:pPr algn="ctr"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Presented by: 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ServiceNow receives many IT support tickets every day.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Manual classification can take time and may cause routing errors.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Flow Designer can automate the classification process.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Tickets can be categorized and assigned based on predefined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1. Ticket is created in ServiceNow.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2. Flow Designer is triggered automatically.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3. The flow checks ticket details such as category, keywords and priority.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4. Matching conditions identify the ticket type.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5. The ticket is routed to the appropriate assignment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FLOW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TRIGGER → CHECK CONDITIONS → CLASSIFY → ASSIGN → NOTIFY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Example: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“VPN is not connecting”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→ Category: Network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→ Priority: Based on impact/urgency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→ Assignment Group: Network Support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→ Notification sent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BENEFITS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Faster ticket processing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Consistent and accurate classification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Automatic assignment to the right team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Reduced manual work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• Better response time and user experience</a:t>
            </a: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D2D2D"/>
                </a:solidFill>
              </a:defRPr>
            </a:pPr>
            <a:r>
              <a:t>Conclusion: Flow Designer helps organizations automate ticket classification and improve IT service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